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8" r:id="rId9"/>
    <p:sldId id="272" r:id="rId10"/>
    <p:sldId id="273" r:id="rId11"/>
    <p:sldId id="274" r:id="rId12"/>
    <p:sldId id="275" r:id="rId13"/>
    <p:sldId id="276" r:id="rId14"/>
    <p:sldId id="277" r:id="rId15"/>
    <p:sldId id="264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8A06F-9542-4107-9BD3-E6C3F9B533C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EC41D-C2E2-48DB-B126-CF7931C298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51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901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149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435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19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1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463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184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18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1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64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EC41D-C2E2-48DB-B126-CF7931C2984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40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4D6E-EDD3-3368-814B-96CCB2D5A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DEE32-4F19-42CA-E151-DA46CED80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29DCA-54F3-BAAA-B3D9-95435CB0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6DC11-B5CF-CDAE-B945-5545FE3F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3E996-A2ED-51F6-0A93-C08EAA04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79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5AF0-E9EB-0BFA-4FDD-62ECFEF3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4178D-D820-BCC7-FC1C-6ABCEEDDE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38EE4-9D93-E441-9A87-57FC9F2E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3BDB-D6D2-B732-F334-AF73DF69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9EBF5-E915-F5FF-B4D7-D00FD1BD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53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A4F9-0776-0256-90B6-5F2EEFA7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0C4F0-6F2A-A24A-F985-7E1342801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D4AA-673C-3981-84A1-85668DB3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59B27-A770-8EFB-3601-D92DB1E6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FBA6-19F9-3858-21F3-1D8A4C70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06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5287-FA7A-0865-E592-442555C1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20E2B-6867-8F1D-5B25-F963FBF4E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71924-3A5D-44BE-9F10-735AA58BB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EF7C6-C386-42C8-80CE-528BE634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D7E04-7E56-BFFE-DD7D-C0D66B39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ADA03-9DC9-0905-3448-69BC78EC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72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FBBD-2087-A7D1-39BF-E334CB65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BBCE7-38DB-E9CD-E59C-9F9C3C4E6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F76E2-CB1A-5FD6-EAAB-95EB41AF4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9966E-0D6F-F46F-09D5-129051F48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1D3C0-E50D-543C-EC33-52E88B7B6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B5BF7D-440D-4C4A-193C-BE3DB866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97C9C-7DC1-8DBB-AAFC-BA7E8A18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729B5-E106-A81B-30C1-61BE8076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2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CB5E-170B-6C1C-9FA7-2DBDDF89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5EBF4-A127-3B7F-1FCC-7C5A485E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F95A0-4D73-2D24-AD2E-AF7AAD73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34280-C205-26B4-93EA-0A2CA138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204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31436-B285-F479-70BA-A90374C2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A1D16-E8E1-A45C-76DB-A7EE7FD9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A28D3-D82E-4B9D-0437-5DCC7A3F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58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7004-E077-D392-7733-37C79DA6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48D4-4B76-D55B-EB42-3D96DA5A2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8D7C0-8840-3AE5-BCF0-E0853B7D1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0AC69-1270-AEB6-D444-B50C3BCD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082AC-6F23-2D90-B729-D724AE8B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99607-94C3-2E35-0064-498AE096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5886-23F5-B401-D5F9-8A312732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2303-30A3-1735-B0F5-3DFDFB528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95B83-6420-2878-1D95-5733AD9F9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ED65B-312C-E6AA-2E11-9E5F0CE6E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0D926-5CEB-B364-8BD6-A1693482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1F029-8F38-5093-6CB7-F2BF890D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49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5076-76EA-1A97-71BE-120C308F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7A2C5-ED14-2665-A57C-20B7B0939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6FBBF-73EC-BFD0-D007-1BB70EA0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617E6-CD71-0E02-940B-92A84164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C8926-A4C4-AD93-FAA2-74B2923F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64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23F5A-BD1E-10D5-FD60-C93E61090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BB4D6-C029-A4F5-D205-C787B96A8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B4C1-F804-3FD1-47A8-5F39FB84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05E6-9A2E-D1F5-BC0D-AC448A76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3535C-665F-33AF-836C-43755D10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31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E55E33-7C55-5032-701A-F529EE3E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598D7-4675-91E1-1844-6098F9865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90E72-FAFB-7371-6DCA-26F090BA5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22BA5-988D-460B-A71B-ADDDA50EC239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8602E-F686-B107-7601-AB2ED8184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0293A-7C08-DC19-E497-AA2FCE1FC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930D5-34CE-4C61-B4CC-1464D8AD75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139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E57E557-A7F9-45CD-E0DE-152F815A7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" r="1" b="3591"/>
          <a:stretch>
            <a:fillRect/>
          </a:stretch>
        </p:blipFill>
        <p:spPr>
          <a:xfrm>
            <a:off x="20" y="1282"/>
            <a:ext cx="12191980" cy="661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1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E0355BB-8256-3569-7422-1D42F4A7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" r="1366" b="3692"/>
          <a:stretch>
            <a:fillRect/>
          </a:stretch>
        </p:blipFill>
        <p:spPr>
          <a:xfrm>
            <a:off x="1143045" y="643467"/>
            <a:ext cx="9769466" cy="536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7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D1FC51-0626-4DC6-1A87-5351C715CD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2" t="1" r="25" b="4177"/>
          <a:stretch>
            <a:fillRect/>
          </a:stretch>
        </p:blipFill>
        <p:spPr>
          <a:xfrm>
            <a:off x="20" y="1282"/>
            <a:ext cx="12188952" cy="657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9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279336F-119F-5BD6-3328-BA1A20A3A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01" b="3510"/>
          <a:stretch>
            <a:fillRect/>
          </a:stretch>
        </p:blipFill>
        <p:spPr>
          <a:xfrm>
            <a:off x="1099526" y="643466"/>
            <a:ext cx="9812984" cy="537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82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9BC4953-1745-FD7E-1C53-6460C5DF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" r="755" b="3591"/>
          <a:stretch>
            <a:fillRect/>
          </a:stretch>
        </p:blipFill>
        <p:spPr>
          <a:xfrm>
            <a:off x="20" y="1282"/>
            <a:ext cx="12188952" cy="661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7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872" t="1" r="25" b="3444"/>
          <a:stretch>
            <a:fillRect/>
          </a:stretch>
        </p:blipFill>
        <p:spPr>
          <a:xfrm>
            <a:off x="20" y="1282"/>
            <a:ext cx="12188952" cy="6620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872" r="25" b="3151"/>
          <a:stretch>
            <a:fillRect/>
          </a:stretch>
        </p:blipFill>
        <p:spPr>
          <a:xfrm>
            <a:off x="20" y="1282"/>
            <a:ext cx="12188952" cy="6640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F019-A40C-3578-60B1-3082F659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E028B4-A64B-115A-3149-D5B968BBAFE8}"/>
              </a:ext>
            </a:extLst>
          </p:cNvPr>
          <p:cNvSpPr txBox="1"/>
          <p:nvPr/>
        </p:nvSpPr>
        <p:spPr>
          <a:xfrm>
            <a:off x="1877961" y="1897625"/>
            <a:ext cx="7806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 algn="just"/>
            <a:r>
              <a:rPr lang="en-IN" sz="72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21032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871" r="1" b="3298"/>
          <a:stretch>
            <a:fillRect/>
          </a:stretch>
        </p:blipFill>
        <p:spPr>
          <a:xfrm>
            <a:off x="20" y="1282"/>
            <a:ext cx="12191980" cy="66306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872" r="25" b="3591"/>
          <a:stretch>
            <a:fillRect/>
          </a:stretch>
        </p:blipFill>
        <p:spPr>
          <a:xfrm>
            <a:off x="20" y="1282"/>
            <a:ext cx="12188952" cy="66105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" r="2288" b="2711"/>
          <a:stretch>
            <a:fillRect/>
          </a:stretch>
        </p:blipFill>
        <p:spPr>
          <a:xfrm>
            <a:off x="20" y="1282"/>
            <a:ext cx="12017809" cy="66708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r="6537" b="2419"/>
          <a:stretch>
            <a:fillRect/>
          </a:stretch>
        </p:blipFill>
        <p:spPr>
          <a:xfrm>
            <a:off x="21" y="1283"/>
            <a:ext cx="11495294" cy="6690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871" t="1" r="1" b="3444"/>
          <a:stretch>
            <a:fillRect/>
          </a:stretch>
        </p:blipFill>
        <p:spPr>
          <a:xfrm>
            <a:off x="20" y="1282"/>
            <a:ext cx="12191980" cy="66205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774" t="2616" r="1693" b="2977"/>
          <a:stretch>
            <a:fillRect/>
          </a:stretch>
        </p:blipFill>
        <p:spPr>
          <a:xfrm>
            <a:off x="216310" y="206477"/>
            <a:ext cx="11769213" cy="64204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65659BF-0EF6-D561-31BE-0525CBD26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6" t="18788" r="66950" b="6598"/>
          <a:stretch>
            <a:fillRect/>
          </a:stretch>
        </p:blipFill>
        <p:spPr>
          <a:xfrm>
            <a:off x="522514" y="1306285"/>
            <a:ext cx="3506875" cy="5074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D3F8F8-3FAA-AB57-838A-79966FC78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4167"/>
          <a:stretch>
            <a:fillRect/>
          </a:stretch>
        </p:blipFill>
        <p:spPr>
          <a:xfrm>
            <a:off x="0" y="28575"/>
            <a:ext cx="12192000" cy="107674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944C638-7DF7-875F-2D0A-B8AC1331E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17" t="19674" r="36044" b="7337"/>
          <a:stretch>
            <a:fillRect/>
          </a:stretch>
        </p:blipFill>
        <p:spPr>
          <a:xfrm>
            <a:off x="4391130" y="1366576"/>
            <a:ext cx="3406391" cy="496388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D906451-4894-681C-167E-0A8644542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088" t="19674" r="4808" b="7337"/>
          <a:stretch>
            <a:fillRect/>
          </a:stretch>
        </p:blipFill>
        <p:spPr>
          <a:xfrm>
            <a:off x="8179358" y="1366576"/>
            <a:ext cx="3426488" cy="49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15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B5F6EC-47B6-5907-F0F3-6760FC298C30}"/>
              </a:ext>
            </a:extLst>
          </p:cNvPr>
          <p:cNvSpPr txBox="1"/>
          <p:nvPr/>
        </p:nvSpPr>
        <p:spPr>
          <a:xfrm>
            <a:off x="1877961" y="1897625"/>
            <a:ext cx="7806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 algn="just"/>
            <a:r>
              <a:rPr lang="en-IN" sz="7200" dirty="0"/>
              <a:t>Q n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B64902-7E7A-A928-F004-B14CB301884C}"/>
              </a:ext>
            </a:extLst>
          </p:cNvPr>
          <p:cNvSpPr txBox="1"/>
          <p:nvPr/>
        </p:nvSpPr>
        <p:spPr>
          <a:xfrm>
            <a:off x="0" y="58514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SourceCode</a:t>
            </a:r>
            <a:r>
              <a:rPr lang="en-IN" dirty="0"/>
              <a:t>   https://github.com/smonodeep/DynamicValuationGovernance/tree/main</a:t>
            </a:r>
          </a:p>
        </p:txBody>
      </p:sp>
    </p:spTree>
    <p:extLst>
      <p:ext uri="{BB962C8B-B14F-4D97-AF65-F5344CB8AC3E}">
        <p14:creationId xmlns:p14="http://schemas.microsoft.com/office/powerpoint/2010/main" val="2965028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DF0EEF-9F69-5F1F-4924-8C48632F0103}"/>
              </a:ext>
            </a:extLst>
          </p:cNvPr>
          <p:cNvSpPr txBox="1"/>
          <p:nvPr/>
        </p:nvSpPr>
        <p:spPr>
          <a:xfrm>
            <a:off x="1877961" y="1897625"/>
            <a:ext cx="7806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 algn="just"/>
            <a:r>
              <a:rPr lang="en-IN" sz="72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85026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</Words>
  <Application>Microsoft Office PowerPoint</Application>
  <PresentationFormat>Widescreen</PresentationFormat>
  <Paragraphs>15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Monodeep</dc:creator>
  <cp:lastModifiedBy>Monodeep</cp:lastModifiedBy>
  <cp:revision>2</cp:revision>
  <dcterms:created xsi:type="dcterms:W3CDTF">2026-06-25T05:16:31Z</dcterms:created>
  <dcterms:modified xsi:type="dcterms:W3CDTF">2026-06-25T05:47:06Z</dcterms:modified>
</cp:coreProperties>
</file>